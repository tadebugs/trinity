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TRINITY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AI Personalities. One Desktop Assistant.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828800" cy="45720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0" y="3017520"/>
            <a:ext cx="1828800" cy="457200"/>
          </a:xfrm>
          <a:prstGeom prst="rect">
            <a:avLst/>
          </a:prstGeom>
          <a:solidFill>
            <a:srgbClr val="9B59B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ECHO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3017520"/>
            <a:ext cx="1828800" cy="4572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 &amp; Work Breakdown Structure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Desktop AI Assistant  |  Python + Electron + React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Structure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64008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87452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 (Entry point)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config/ (Settings, YAMLs)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 (Personality Mgr,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Audio, Wake Word, Memory)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tools/ (Browser, Smart Home,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CAD, Printer, Code Gen)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api/ (REST + Socket.IO)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097280"/>
            <a:ext cx="2560320" cy="640080"/>
          </a:xfrm>
          <a:prstGeom prst="rect">
            <a:avLst/>
          </a:prstGeom>
          <a:solidFill>
            <a:srgbClr val="9B59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88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29000" y="187452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main/ (Electron process,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Window, Hotkeys, Tray)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renderer/ (React UI)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PersonalitySelector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ChatInterface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Visualizer3D (Three.js)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StatusBar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assets/ (Icons, Sounds)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097280"/>
            <a:ext cx="2560320" cy="64008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1097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 &amp; Docs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63640" y="187452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personalities/ (YAML configs)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aria.yaml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echo.yaml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nexus.yaml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 (MD + DOCX docs)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 (start.sh, package.sh)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(API keys, settings)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  |  FastAPI  |  Electron  |  React  |  Three.js  |  Gemini 2.5  |  MediaPipe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Detailed File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74904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TRINITY/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main.py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settings.py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personalities/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aria.yaml  echo.yaml  nexus.yaml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core/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personality_manager.py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audio_engine.py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wake_word.py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memory.py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tool_router.py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browser/  smart_home/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cad/  printer/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code_gen/  shared/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routes.py  socket_handlers.py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&amp; Root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3749040" cy="182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1732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index.js  tray.js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renderer/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App.jsx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components/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PersonalitySelector.jsx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ChatInterface.jsx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Visualizer3D.jsx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StatusBar.jsx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hooks/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usePersonality.js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useSocket.js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assets/  (icons, sounds)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  scripts/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.env.example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Breakdown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971800" y="1005840"/>
            <a:ext cx="3200400" cy="594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71800" y="1005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TRINITY MVP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1600200"/>
            <a:ext cx="0" cy="32004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7498080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920240"/>
            <a:ext cx="0" cy="27432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2194560"/>
            <a:ext cx="1188720" cy="73152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" y="21945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Foundation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Setup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1920240"/>
            <a:ext cx="0" cy="27432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2194560"/>
            <a:ext cx="1188720" cy="73152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91640" y="21945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Personality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1920240"/>
            <a:ext cx="0" cy="27432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2194560"/>
            <a:ext cx="1188720" cy="731520"/>
          </a:xfrm>
          <a:prstGeom prst="rect">
            <a:avLst/>
          </a:prstGeom>
          <a:solidFill>
            <a:srgbClr val="9B59B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54680" y="21945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Frontend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1920240"/>
            <a:ext cx="0" cy="27432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194560"/>
            <a:ext cx="1188720" cy="731520"/>
          </a:xfrm>
          <a:prstGeom prst="rect">
            <a:avLst/>
          </a:prstGeom>
          <a:solidFill>
            <a:srgbClr val="9B59B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21945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Voice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Hotkeys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1920240"/>
            <a:ext cx="0" cy="27432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194560"/>
            <a:ext cx="1188720" cy="73152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0760" y="21945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1920240"/>
            <a:ext cx="0" cy="27432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2194560"/>
            <a:ext cx="1188720" cy="73152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43800" y="21945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Polish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" y="2926080"/>
            <a:ext cx="0" cy="18288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108960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31089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ADA V2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82880" y="3456432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Rebrand to TRINITY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82880" y="3803904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380390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YAML configs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82880" y="4151376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15137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app runs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82880" y="4498848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4988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tools setup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0" y="2926080"/>
            <a:ext cx="0" cy="18288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45920" y="3108960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0" y="31089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PersonalityManager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645920" y="3456432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4592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ToolRouter class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645920" y="3803904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0" y="380390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645920" y="4151376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45920" y="415137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events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645920" y="4498848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0" y="44988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persistence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749040" y="2926080"/>
            <a:ext cx="0" cy="18288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08960" y="3108960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0" y="31089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PersonalitySelector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108960" y="3456432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system (CSS)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108960" y="3803904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0" y="380390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orb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108960" y="4151376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08960" y="415137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StatusBar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108960" y="4498848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0" y="44988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per personality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212080" y="2926080"/>
            <a:ext cx="0" cy="18288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0" y="3108960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31089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word detect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572000" y="3456432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Cmd+Shift+Space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572000" y="3803904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0" y="380390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Cmd+1/2/3 switch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572000" y="4151376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0" y="415137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confirmation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572000" y="4498848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0" y="44988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 toggle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675120" y="2926080"/>
            <a:ext cx="0" cy="18288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35040" y="3108960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35040" y="31089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ARIA: Browser+Home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035040" y="3456432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3504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ECHO: CAD+Print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035040" y="3803904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35040" y="380390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NEXUS: Code+Git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035040" y="4151376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035040" y="415137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tools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035040" y="4498848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35040" y="44988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checks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8138160" y="2926080"/>
            <a:ext cx="0" cy="18288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98080" y="3108960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98080" y="31089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fixes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498080" y="3456432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9808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498080" y="3803904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98080" y="380390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498080" y="4151376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498080" y="415137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electron-builder .dmg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498080" y="4498848"/>
            <a:ext cx="1280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98080" y="44988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polish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 Timeline — 6 Week Sprint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423160"/>
            <a:ext cx="8229600" cy="5486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13432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14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1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7889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Clone, rebrand, YAML configs,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app runs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377440" y="2313432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8"/>
          <p:cNvSpPr/>
          <p:nvPr/>
        </p:nvSpPr>
        <p:spPr>
          <a:xfrm>
            <a:off x="1965960" y="914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2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2801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596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Engine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874520" y="27889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PersonalityManager, ToolRouter,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REST/Socket.IO, state persist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49040" y="2313432"/>
            <a:ext cx="274320" cy="2743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6" name="Text 12"/>
          <p:cNvSpPr/>
          <p:nvPr/>
        </p:nvSpPr>
        <p:spPr>
          <a:xfrm>
            <a:off x="3337560" y="914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3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2801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33756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UI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246120" y="27889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Selector, themes, Three.js orb,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per personality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120640" y="2313432"/>
            <a:ext cx="274320" cy="2743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6"/>
          <p:cNvSpPr/>
          <p:nvPr/>
        </p:nvSpPr>
        <p:spPr>
          <a:xfrm>
            <a:off x="4709160" y="914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4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2801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0916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Hotkeys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617720" y="27889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words, Cmd+Shift+Space,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confirmation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6492240" y="2313432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6" name="Text 20"/>
          <p:cNvSpPr/>
          <p:nvPr/>
        </p:nvSpPr>
        <p:spPr>
          <a:xfrm>
            <a:off x="6080760" y="914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5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2801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08076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Integration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989320" y="27889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ARIA: browser/home, ECHO: CAD,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NEXUS: code/git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7863840" y="2313432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1" name="Text 24"/>
          <p:cNvSpPr/>
          <p:nvPr/>
        </p:nvSpPr>
        <p:spPr>
          <a:xfrm>
            <a:off x="7452360" y="914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6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128016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45236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&amp; Package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7360920" y="27889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fixes, demo video,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.dmg build, GitHub release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1371600" y="3931920"/>
            <a:ext cx="6400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1554480" y="39319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7-8 (Buffer): 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authentication, gesture control, custom personality creator, Spotify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Personality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463040" cy="685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515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Word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377440" y="1051560"/>
            <a:ext cx="1463040" cy="685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1887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34640" y="10515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Cmd+1/2/3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206240" y="1051560"/>
            <a:ext cx="1463040" cy="685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1887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3440" y="10515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Click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Select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3108960" y="1737360"/>
            <a:ext cx="0" cy="27432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14400" y="2057400"/>
            <a:ext cx="4389120" cy="594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914400" y="20574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B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PersonalityManager.switch()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108960" y="2651760"/>
            <a:ext cx="0" cy="27432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88720" y="2926080"/>
            <a:ext cx="3840480" cy="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05840" y="2926080"/>
            <a:ext cx="0" cy="13716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5760" y="3063240"/>
            <a:ext cx="1280160" cy="91440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365760" y="3063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ARIA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65760" y="3383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Browser, Home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2651760" y="2926080"/>
            <a:ext cx="0" cy="13716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011680" y="3063240"/>
            <a:ext cx="1280160" cy="914400"/>
          </a:xfrm>
          <a:prstGeom prst="rect">
            <a:avLst/>
          </a:prstGeom>
          <a:solidFill>
            <a:srgbClr val="9B59B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2011680" y="3063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ECHO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2011680" y="3383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CAD, Printer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297680" y="2926080"/>
            <a:ext cx="0" cy="13716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657600" y="3063240"/>
            <a:ext cx="1280160" cy="9144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3657600" y="3063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3657600" y="3383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Code, Terminal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035040" y="1051560"/>
            <a:ext cx="2743200" cy="5943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143000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537960" y="1051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Audio API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035040" y="1920240"/>
            <a:ext cx="2743200" cy="5943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01168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537960" y="1920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Router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035040" y="2788920"/>
            <a:ext cx="2743200" cy="5943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88036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537960" y="27889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System (SQLite)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035040" y="3657600"/>
            <a:ext cx="2743200" cy="5943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749040"/>
            <a:ext cx="320040" cy="32004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537960" y="3657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(Theme + Orb)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7406640" y="1645920"/>
            <a:ext cx="0" cy="27432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7406640" y="2514600"/>
            <a:ext cx="0" cy="27432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7406640" y="3383280"/>
            <a:ext cx="0" cy="274320"/>
          </a:xfrm>
          <a:prstGeom prst="line">
            <a:avLst/>
          </a:prstGeom>
          <a:noFill/>
          <a:ln w="12700">
            <a:solidFill>
              <a:srgbClr val="6C757D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5303520" y="2350008"/>
            <a:ext cx="73152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TRINITY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B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Build.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Personalities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Sprint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21792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Tanmay  |  B.Tech IT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TRINITY - Project Structure &amp; WBS</dc:title>
  <dc:subject>PptxGenJS Presentation</dc:subject>
  <dc:creator>Tanmay</dc:creator>
  <cp:lastModifiedBy>Tanmay</cp:lastModifiedBy>
  <cp:revision>1</cp:revision>
  <dcterms:created xsi:type="dcterms:W3CDTF">2026-02-16T01:05:38Z</dcterms:created>
  <dcterms:modified xsi:type="dcterms:W3CDTF">2026-02-16T01:05:38Z</dcterms:modified>
</cp:coreProperties>
</file>